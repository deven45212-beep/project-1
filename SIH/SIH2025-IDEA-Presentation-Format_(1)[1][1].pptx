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5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660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experiment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16172" y="165617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36963" y="69817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– SIH25061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Digitize and Showcase Monasteries of Sikkim for Tourism and Cultural Preservation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Tourism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AlgoBreakers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363" y="4281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Detailed explanation of the proposed solution : </a:t>
            </a:r>
            <a:r>
              <a:rPr lang="en-IN" dirty="0"/>
              <a:t>A </a:t>
            </a:r>
            <a:r>
              <a:rPr lang="en-IN" b="1" dirty="0"/>
              <a:t>hybrid solution</a:t>
            </a:r>
            <a:r>
              <a:rPr lang="en-IN" dirty="0"/>
              <a:t> combining </a:t>
            </a:r>
            <a:r>
              <a:rPr lang="en-IN" b="1" dirty="0"/>
              <a:t>VR/AR experiences, digital archives, multilingual platforms, and AI-powered cultural guidance</a:t>
            </a:r>
            <a:r>
              <a:rPr lang="en-IN" dirty="0"/>
              <a:t> can preserve monasteries digitally while promoting tourism in a respectful, sustainable way.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 How it addresses the problem : </a:t>
            </a:r>
            <a:r>
              <a:rPr lang="en-US" dirty="0"/>
              <a:t>Our solution directly addresses the challenges of monastery digitization by combining </a:t>
            </a:r>
            <a:r>
              <a:rPr lang="en-US" b="1" dirty="0"/>
              <a:t>affordable technology, cultural sensitivity, and community involvement</a:t>
            </a:r>
            <a:r>
              <a:rPr lang="en-US" dirty="0"/>
              <a:t>, ensuring monasteries are preserved digitally while making them accessible to the world.</a:t>
            </a:r>
            <a:endParaRPr lang="en-US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Innovation and uniqueness of the solution : </a:t>
            </a:r>
            <a:r>
              <a:rPr lang="en-IN" dirty="0"/>
              <a:t>These solutions are </a:t>
            </a:r>
            <a:r>
              <a:rPr lang="en-IN" b="1" dirty="0"/>
              <a:t>unique</a:t>
            </a:r>
            <a:r>
              <a:rPr lang="en-IN" dirty="0"/>
              <a:t> because they are:</a:t>
            </a:r>
            <a:endParaRPr lang="en-US" dirty="0"/>
          </a:p>
          <a:p>
            <a:pPr lvl="0"/>
            <a:r>
              <a:rPr lang="en-IN" b="1" dirty="0"/>
              <a:t>                                                                                   1) Culture-specific</a:t>
            </a:r>
            <a:r>
              <a:rPr lang="en-IN" dirty="0"/>
              <a:t> (designed around Sikkim’s monasteries, not generic tourism).</a:t>
            </a:r>
            <a:endParaRPr lang="en-US" dirty="0"/>
          </a:p>
          <a:p>
            <a:pPr lvl="0"/>
            <a:r>
              <a:rPr lang="en-IN" b="1" dirty="0"/>
              <a:t>                                                                                   2) Respectful &amp; inclusive</a:t>
            </a:r>
            <a:r>
              <a:rPr lang="en-IN" dirty="0"/>
              <a:t> (balance between tourism and spiritual preservation).</a:t>
            </a:r>
            <a:endParaRPr lang="en-US" dirty="0"/>
          </a:p>
          <a:p>
            <a:pPr lvl="0"/>
            <a:r>
              <a:rPr lang="en-IN" b="1" dirty="0"/>
              <a:t>                                                                                   3)Tech + Community hybrid</a:t>
            </a:r>
            <a:r>
              <a:rPr lang="en-IN" dirty="0"/>
              <a:t> (VR/AI + local participation).</a:t>
            </a:r>
            <a:endParaRPr lang="en-US" dirty="0"/>
          </a:p>
          <a:p>
            <a:pPr lvl="0"/>
            <a:r>
              <a:rPr lang="en-IN" b="1" dirty="0"/>
              <a:t>                                                                                   4)Sustainability-focused</a:t>
            </a:r>
            <a:r>
              <a:rPr lang="en-IN" dirty="0"/>
              <a:t> (reducing physical strain on heritage sites).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73711"/>
            <a:ext cx="1826573" cy="14007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AlgoBreakers</a:t>
            </a:r>
            <a:endParaRPr lang="en-IN" sz="1600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FF303-03A7-73EC-042A-02B7EB5E36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EBB259-B760-5BEE-B0AD-486321853F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515614"/>
            <a:ext cx="5460182" cy="4702626"/>
          </a:xfrm>
          <a:prstGeom prst="rect">
            <a:avLst/>
          </a:prstGeom>
        </p:spPr>
      </p:pic>
      <p:sp>
        <p:nvSpPr>
          <p:cNvPr id="5" name="TextBox 8"/>
          <p:cNvSpPr txBox="1">
            <a:spLocks noGrp="1" noChangeArrowheads="1"/>
          </p:cNvSpPr>
          <p:nvPr>
            <p:ph sz="half" idx="1"/>
          </p:nvPr>
        </p:nvSpPr>
        <p:spPr bwMode="auto">
          <a:xfrm>
            <a:off x="609600" y="1600200"/>
            <a:ext cx="5384800" cy="4222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US" sz="180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Technologies to be used (e.g. programming languages, frameworks, hardware) 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1. Frontend (User Experience)</a:t>
            </a: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HTML, CSS, JavaScript → for the basic structure, styling, and interactivity.</a:t>
            </a: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Responsive design → works on mobile, tablet, and desktop.</a:t>
            </a: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3. Features of the Website</a:t>
            </a: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Monastery Information Pages → history, timings, rules.</a:t>
            </a: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Photo &amp; Video Gallery → simple immersive content.</a:t>
            </a: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Interactive Map → monastery locations with Google Maps API.</a:t>
            </a: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Search &amp; Filter → by location, type, or history.</a:t>
            </a:r>
            <a:endParaRPr lang="en-US" sz="2000" dirty="0"/>
          </a:p>
          <a:p>
            <a:pPr marL="0" lvl="0" indent="0">
              <a:buNone/>
            </a:pPr>
            <a:endParaRPr lang="en-US" sz="1800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Methodology and process for implementation(Flow Charts/Images/ working prototype) : 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0FB1823-5454-35FD-8862-DA5C3AF548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131165"/>
            <a:ext cx="1826573" cy="14007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AlgoBreakers</a:t>
            </a:r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Analysis of the feasibility of the idea: </a:t>
            </a:r>
            <a:r>
              <a:rPr lang="en-IN" sz="2400" dirty="0"/>
              <a:t>High (technically possible, culturally adaptable, fundable).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Potential challenges and risks: </a:t>
            </a:r>
            <a:r>
              <a:rPr lang="en-IN" sz="2400" dirty="0"/>
              <a:t>: Infrastructure, cost, cultural sensitivity, and sustainability.</a:t>
            </a:r>
            <a:endParaRPr lang="en-US" sz="2400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challenges: </a:t>
            </a:r>
            <a:r>
              <a:rPr lang="en-IN" sz="2400" dirty="0"/>
              <a:t>Community involvement, affordable tech, phased rollout, partnerships with government + NGOs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C3AC33F9-50E1-52C1-B003-ABCBA7D36E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46415"/>
            <a:ext cx="1826573" cy="14007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AlgoBreakers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88258" y="1950664"/>
            <a:ext cx="9293942" cy="330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audience: </a:t>
            </a:r>
          </a:p>
          <a:p>
            <a:pPr lvl="0"/>
            <a:r>
              <a:rPr lang="en-IN" sz="1900" b="1" dirty="0"/>
              <a:t>Cultural Preservation</a:t>
            </a:r>
            <a:r>
              <a:rPr lang="en-IN" sz="1900" dirty="0"/>
              <a:t>: Safeguards monasteries from over-tourism and physical degradation.</a:t>
            </a:r>
            <a:endParaRPr lang="en-US" sz="1900" dirty="0"/>
          </a:p>
          <a:p>
            <a:pPr lvl="0"/>
            <a:r>
              <a:rPr lang="en-IN" sz="1900" b="1" dirty="0"/>
              <a:t>Education</a:t>
            </a:r>
            <a:r>
              <a:rPr lang="en-IN" sz="1900" dirty="0"/>
              <a:t>: Makes Buddhist knowledge and heritage accessible globally.</a:t>
            </a:r>
            <a:endParaRPr lang="en-US" sz="1900" dirty="0"/>
          </a:p>
          <a:p>
            <a:pPr lvl="0"/>
            <a:r>
              <a:rPr lang="en-IN" sz="1900" b="1" dirty="0"/>
              <a:t>Sustainable Tourism</a:t>
            </a:r>
            <a:r>
              <a:rPr lang="en-IN" sz="1900" dirty="0"/>
              <a:t>: Reduces strain on monasteries, ensures eco-friendly growth.</a:t>
            </a:r>
            <a:endParaRPr lang="en-US" sz="1900" dirty="0"/>
          </a:p>
          <a:p>
            <a:pPr lvl="0"/>
            <a:r>
              <a:rPr lang="en-IN" sz="1900" b="1" dirty="0"/>
              <a:t>Economic Growth</a:t>
            </a:r>
            <a:r>
              <a:rPr lang="en-IN" sz="1900" dirty="0"/>
              <a:t>: Creates new jobs in digitization, tourism tech, and cultural content creation.</a:t>
            </a:r>
            <a:endParaRPr lang="en-US" sz="1900" dirty="0"/>
          </a:p>
          <a:p>
            <a:pPr lvl="0"/>
            <a:r>
              <a:rPr lang="en-IN" sz="1900" b="1" dirty="0"/>
              <a:t>Community Empowerment</a:t>
            </a:r>
            <a:r>
              <a:rPr lang="en-IN" sz="1900" dirty="0"/>
              <a:t>: Locals become custodians and narrators of their own culture.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etc.): </a:t>
            </a:r>
          </a:p>
          <a:p>
            <a:pPr algn="just">
              <a:defRPr/>
            </a:pPr>
            <a:r>
              <a:rPr lang="en-IN" sz="1900" dirty="0"/>
              <a:t>The solution benefits </a:t>
            </a:r>
            <a:r>
              <a:rPr lang="en-IN" sz="1900" b="1" dirty="0"/>
              <a:t>all stakeholders</a:t>
            </a:r>
            <a:r>
              <a:rPr lang="en-IN" sz="1900" dirty="0"/>
              <a:t> — monasteries (preservation), locals (empowerment), tourists (better experiences), government (tourism revenue), and researchers (knowledge access).</a:t>
            </a:r>
            <a:endParaRPr lang="en-US" sz="19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DB68A2F-AE5F-57B5-85EE-5C077837F3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60063"/>
            <a:ext cx="1826573" cy="14007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AlgoBreakers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941229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Details / Links of the reference and research work: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3DAD378-A063-7464-A010-7C7EA23FDB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46415"/>
            <a:ext cx="1826573" cy="14007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AlgoBreakers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3F1C5-BDC7-F561-5F9D-80971AA1EDFE}"/>
              </a:ext>
            </a:extLst>
          </p:cNvPr>
          <p:cNvSpPr txBox="1"/>
          <p:nvPr/>
        </p:nvSpPr>
        <p:spPr>
          <a:xfrm>
            <a:off x="977900" y="3187700"/>
            <a:ext cx="810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 action="ppaction://hlinkfile"/>
              </a:rPr>
              <a:t>Prototype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8520</TotalTime>
  <Words>544</Words>
  <Application>Microsoft Office PowerPoint</Application>
  <PresentationFormat>Widescreen</PresentationFormat>
  <Paragraphs>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deven45212@gmail.com</cp:lastModifiedBy>
  <cp:revision>152</cp:revision>
  <dcterms:created xsi:type="dcterms:W3CDTF">2013-12-12T18:46:50Z</dcterms:created>
  <dcterms:modified xsi:type="dcterms:W3CDTF">2025-09-12T01:59:28Z</dcterms:modified>
  <cp:category/>
</cp:coreProperties>
</file>